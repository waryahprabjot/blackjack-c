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 strictFirstAndLastChar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y="6858000" cx="9144000"/>
  <p:notesSz cx="6858000" cy="9144000"/>
  <p:embeddedFontLst>
    <p:embeddedFont>
      <p:font typeface="EB Garamond"/>
      <p:regular r:id="rId11"/>
      <p:bold r:id="rId12"/>
      <p:italic r:id="rId13"/>
      <p:boldItalic r:id="rId14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47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Google Shape;51;g3cb96b91da0_0_11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584" name="Google Shape;52;g3cb96b91da0_0_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Google Shape;58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589" name="Google Shape;59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Google Shape;66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594" name="Google Shape;67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74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599" name="Google Shape;75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Google Shape;82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604" name="Google Shape;83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Google Shape;91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609" name="Google Shape;92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00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614" name="Google Shape;101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109;g3cb96b91da0_0_63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17" name="Google Shape;110;g3cb96b91da0_0_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47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Google Shape;10;g3cb96b91da0_0_19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/>
        </p:spPr>
        <p:txBody>
          <a:bodyPr anchor="b" anchorCtr="0" bIns="91425" lIns="91425" rIns="91425" spcFirstLastPara="1" tIns="91425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48619" name="Google Shape;11;g3cb96b91da0_0_19"/>
          <p:cNvSpPr txBox="1"/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48620" name="Google Shape;12;g3cb96b91da0_0_19"/>
          <p:cNvSpPr txBox="1"/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50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Google Shape;14;g3cb96b91da0_0_2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8626" name="Google Shape;15;g3cb96b91da0_0_23"/>
          <p:cNvSpPr txBox="1"/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53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17;g3cb96b91da0_0_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/>
        </p:txBody>
      </p:sp>
      <p:sp>
        <p:nvSpPr>
          <p:cNvPr id="1048633" name="Google Shape;18;g3cb96b91da0_0_26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</a:lvl9pPr>
          </a:lstStyle>
          <a:p/>
        </p:txBody>
      </p:sp>
      <p:sp>
        <p:nvSpPr>
          <p:cNvPr id="1048634" name="Google Shape;19;g3cb96b91da0_0_26"/>
          <p:cNvSpPr txBox="1"/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54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Google Shape;21;g3cb96b91da0_0_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/>
        </p:txBody>
      </p:sp>
      <p:sp>
        <p:nvSpPr>
          <p:cNvPr id="1048636" name="Google Shape;22;g3cb96b91da0_0_30"/>
          <p:cNvSpPr txBox="1"/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8637" name="Google Shape;23;g3cb96b91da0_0_30"/>
          <p:cNvSpPr txBox="1"/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8638" name="Google Shape;24;g3cb96b91da0_0_30"/>
          <p:cNvSpPr txBox="1"/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22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Google Shape;26;g3cb96b91da0_0_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</a:lvl9pPr>
          </a:lstStyle>
          <a:p/>
        </p:txBody>
      </p:sp>
      <p:sp>
        <p:nvSpPr>
          <p:cNvPr id="1048580" name="Google Shape;27;g3cb96b91da0_0_35"/>
          <p:cNvSpPr txBox="1"/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4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29;g3cb96b91da0_0_38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/>
        </p:spPr>
        <p:txBody>
          <a:bodyPr anchor="b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48622" name="Google Shape;30;g3cb96b91da0_0_38"/>
          <p:cNvSpPr txBox="1"/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8623" name="Google Shape;31;g3cb96b91da0_0_38"/>
          <p:cNvSpPr txBox="1"/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55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33;g3cb96b91da0_0_42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48640" name="Google Shape;34;g3cb96b91da0_0_42"/>
          <p:cNvSpPr txBox="1"/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56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36;g3cb96b91da0_0_45"/>
          <p:cNvSpPr/>
          <p:nvPr/>
        </p:nvSpPr>
        <p:spPr>
          <a:xfrm>
            <a:off x="4572000" y="33"/>
            <a:ext cx="4572000" cy="6858000"/>
          </a:xfrm>
          <a:prstGeom prst="rect"/>
          <a:solidFill>
            <a:schemeClr val="dk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48642" name="Google Shape;37;g3cb96b91da0_0_45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/>
        </p:spPr>
        <p:txBody>
          <a:bodyPr anchor="b" anchorCtr="0" bIns="91425" lIns="91425" rIns="91425" spcFirstLastPara="1" tIns="91425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48643" name="Google Shape;38;g3cb96b91da0_0_45"/>
          <p:cNvSpPr txBox="1"/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48644" name="Google Shape;39;g3cb96b91da0_0_45"/>
          <p:cNvSpPr txBox="1"/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8645" name="Google Shape;40;g3cb96b91da0_0_45"/>
          <p:cNvSpPr txBox="1"/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5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Google Shape;42;g3cb96b91da0_0_51"/>
          <p:cNvSpPr txBox="1"/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lvl1pPr>
          </a:lstStyle>
          <a:p/>
        </p:txBody>
      </p:sp>
      <p:sp>
        <p:nvSpPr>
          <p:cNvPr id="1048628" name="Google Shape;43;g3cb96b91da0_0_51"/>
          <p:cNvSpPr txBox="1"/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52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Google Shape;45;g3cb96b91da0_0_54"/>
          <p:cNvSpPr txBox="1"/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/>
        </p:spPr>
        <p:txBody>
          <a:bodyPr anchor="b" anchorCtr="0" bIns="91425" lIns="91425" rIns="91425" spcFirstLastPara="1" tIns="91425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48630" name="Google Shape;46;g3cb96b91da0_0_54"/>
          <p:cNvSpPr txBox="1"/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/>
        </p:spPr>
        <p:txBody>
          <a:bodyPr anchor="t" anchorCtr="0" bIns="91425" lIns="91425" rIns="91425" spcFirstLastPara="1" tIns="91425" wrap="square">
            <a:normAutofit/>
          </a:bodyPr>
          <a:lstStyle>
            <a:lvl1pPr algn="ctr"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</a:lvl1pPr>
            <a:lvl2pPr algn="ctr"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algn="ctr"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</a:lvl3pPr>
            <a:lvl4pPr algn="ctr"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</a:lvl4pPr>
            <a:lvl5pPr algn="ctr"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algn="ctr"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</a:lvl6pPr>
            <a:lvl7pPr algn="ctr"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</a:lvl7pPr>
            <a:lvl8pPr algn="ctr"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</a:lvl8pPr>
            <a:lvl9pPr algn="ctr"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</a:lvl9pPr>
          </a:lstStyle>
          <a:p/>
        </p:txBody>
      </p:sp>
      <p:sp>
        <p:nvSpPr>
          <p:cNvPr id="1048631" name="Google Shape;47;g3cb96b91da0_0_54"/>
          <p:cNvSpPr txBox="1"/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49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Google Shape;49;g3cb96b91da0_0_58"/>
          <p:cNvSpPr txBox="1"/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/>
        </p:spPr>
        <p:txBody>
          <a:bodyPr anchor="ctr" anchorCtr="0" bIns="91425" lIns="91425" rIns="91425" spcFirstLastPara="1" tIns="91425" wrap="square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</p:bgPr>
    </p:bg>
    <p:spTree>
      <p:nvGrpSpPr>
        <p:cNvPr id="10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g3cb96b91da0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8577" name="Google Shape;7;g3cb96b91da0_0_15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48578" name="Google Shape;8;g3cb96b91da0_0_15"/>
          <p:cNvSpPr txBox="1"/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/>
          <a:noFill/>
          <a:ln>
            <a:noFill/>
          </a:ln>
        </p:spPr>
        <p:txBody>
          <a:bodyPr anchor="ctr" anchorCtr="0" bIns="91425" lIns="91425" rIns="91425" spcFirstLastPara="1" tIns="91425" wrap="square">
            <a:normAutofit/>
          </a:bodyPr>
          <a:lstStyle>
            <a:lvl1pPr algn="r" lvl="0">
              <a:buNone/>
              <a:defRPr sz="1000">
                <a:solidFill>
                  <a:schemeClr val="lt2"/>
                </a:solidFill>
              </a:defRPr>
            </a:lvl1pPr>
            <a:lvl2pPr algn="r" lvl="1">
              <a:buNone/>
              <a:defRPr sz="1000">
                <a:solidFill>
                  <a:schemeClr val="lt2"/>
                </a:solidFill>
              </a:defRPr>
            </a:lvl2pPr>
            <a:lvl3pPr algn="r" lvl="2">
              <a:buNone/>
              <a:defRPr sz="1000">
                <a:solidFill>
                  <a:schemeClr val="lt2"/>
                </a:solidFill>
              </a:defRPr>
            </a:lvl3pPr>
            <a:lvl4pPr algn="r" lvl="3">
              <a:buNone/>
              <a:defRPr sz="1000">
                <a:solidFill>
                  <a:schemeClr val="lt2"/>
                </a:solidFill>
              </a:defRPr>
            </a:lvl4pPr>
            <a:lvl5pPr algn="r" lvl="4">
              <a:buNone/>
              <a:defRPr sz="1000">
                <a:solidFill>
                  <a:schemeClr val="lt2"/>
                </a:solidFill>
              </a:defRPr>
            </a:lvl5pPr>
            <a:lvl6pPr algn="r" lvl="5">
              <a:buNone/>
              <a:defRPr sz="1000">
                <a:solidFill>
                  <a:schemeClr val="lt2"/>
                </a:solidFill>
              </a:defRPr>
            </a:lvl6pPr>
            <a:lvl7pPr algn="r" lvl="6">
              <a:buNone/>
              <a:defRPr sz="1000">
                <a:solidFill>
                  <a:schemeClr val="lt2"/>
                </a:solidFill>
              </a:defRPr>
            </a:lvl7pPr>
            <a:lvl8pPr algn="r" lvl="7">
              <a:buNone/>
              <a:defRPr sz="1000">
                <a:solidFill>
                  <a:schemeClr val="lt2"/>
                </a:solidFill>
              </a:defRPr>
            </a:lvl8pPr>
            <a:lvl9pPr algn="r" lvl="8">
              <a:buNone/>
              <a:defRPr sz="1000">
                <a:solidFill>
                  <a:schemeClr val="lt2"/>
                </a:solidFill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nvGrpSpPr>
        <p:cNvPr id="2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54;g3cb96b91da0_0_11"/>
          <p:cNvSpPr txBox="1"/>
          <p:nvPr>
            <p:ph type="title"/>
          </p:nvPr>
        </p:nvSpPr>
        <p:spPr>
          <a:xfrm>
            <a:off x="311700" y="271742"/>
            <a:ext cx="8520600" cy="7635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sz="4000" lang="en-US" u="sng">
                <a:latin typeface="EB Garamond"/>
                <a:ea typeface="EB Garamond"/>
                <a:cs typeface="EB Garamond"/>
                <a:sym typeface="EB Garamond"/>
              </a:rPr>
              <a:t>C Programing Mini Project:-BlackJack</a:t>
            </a:r>
            <a:endParaRPr b="1" sz="4000" u="sng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48582" name="Google Shape;55;g3cb96b91da0_0_11"/>
          <p:cNvSpPr txBox="1"/>
          <p:nvPr/>
        </p:nvSpPr>
        <p:spPr>
          <a:xfrm>
            <a:off x="385925" y="1035250"/>
            <a:ext cx="9054900" cy="20163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2900" lang="en-US">
                <a:solidFill>
                  <a:schemeClr val="dk1"/>
                </a:solidFill>
              </a:rPr>
              <a:t>Teammates</a:t>
            </a:r>
            <a:endParaRPr sz="2900">
              <a:solidFill>
                <a:schemeClr val="dk1"/>
              </a:solidFill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2900" lang="en-US">
                <a:solidFill>
                  <a:schemeClr val="dk1"/>
                </a:solidFill>
              </a:rPr>
              <a:t>Pranay Joshi 1262252344</a:t>
            </a:r>
            <a:endParaRPr sz="2900">
              <a:solidFill>
                <a:schemeClr val="dk1"/>
              </a:solidFill>
            </a:endParaRPr>
          </a:p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2900" lang="en-US">
                <a:solidFill>
                  <a:schemeClr val="dk1"/>
                </a:solidFill>
              </a:rPr>
              <a:t>Prabhjot Waryah 1262252010</a:t>
            </a:r>
            <a:endParaRPr sz="2900">
              <a:solidFill>
                <a:schemeClr val="dk1"/>
              </a:solidFill>
            </a:endParaRPr>
          </a:p>
        </p:txBody>
      </p:sp>
      <p:pic>
        <p:nvPicPr>
          <p:cNvPr id="2097152" name="Google Shape;56;g3cb96b91da0_0_1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348813" y="2597850"/>
            <a:ext cx="8446375" cy="3691150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nvGrpSpPr>
        <p:cNvPr id="26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Google Shape;61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6" name="Google Shape;62;p1"/>
          <p:cNvSpPr txBox="1"/>
          <p:nvPr/>
        </p:nvSpPr>
        <p:spPr>
          <a:xfrm>
            <a:off x="914400" y="640080"/>
            <a:ext cx="7315200" cy="1158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3600" i="0" lang="en-US" strike="noStrike" u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1. Program Setup (Headers &amp; Constants)</a:t>
            </a:r>
          </a:p>
        </p:txBody>
      </p:sp>
      <p:sp>
        <p:nvSpPr>
          <p:cNvPr id="1048587" name="Google Shape;63;p1"/>
          <p:cNvSpPr txBox="1"/>
          <p:nvPr/>
        </p:nvSpPr>
        <p:spPr>
          <a:xfrm>
            <a:off x="914400" y="1645920"/>
            <a:ext cx="73152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Uses stdio.h, stdlib.h, and time.h libraries.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DECK_SIZE = 52 defines total cards.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MAX_HAND = 12 limits maximum cards per hand.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sz="2200" i="0" strike="noStrike" u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These elements prepare the program for input/output, randomization, and structured gameplay.</a:t>
            </a:r>
          </a:p>
        </p:txBody>
      </p:sp>
      <p:pic>
        <p:nvPicPr>
          <p:cNvPr id="2097153" name="Google Shape;64;p1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900100" y="4095975"/>
            <a:ext cx="7343775" cy="1943100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nvGrpSpPr>
        <p:cNvPr id="29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Google Shape;69;p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1" name="Google Shape;70;p2"/>
          <p:cNvSpPr txBox="1"/>
          <p:nvPr/>
        </p:nvSpPr>
        <p:spPr>
          <a:xfrm>
            <a:off x="914400" y="640080"/>
            <a:ext cx="7315200" cy="62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3600" i="0" lang="en-US" strike="noStrike" u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2. Deck Initialization</a:t>
            </a:r>
          </a:p>
        </p:txBody>
      </p:sp>
      <p:sp>
        <p:nvSpPr>
          <p:cNvPr id="1048592" name="Google Shape;71;p2"/>
          <p:cNvSpPr txBox="1"/>
          <p:nvPr/>
        </p:nvSpPr>
        <p:spPr>
          <a:xfrm>
            <a:off x="914400" y="1645920"/>
            <a:ext cx="73152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initDeck() creates a 52-card deck.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Face cards (J, Q, K) are assigned value 10.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Ace is assigned value 11 initially.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Nested loops repeat values for 4 suits.</a:t>
            </a:r>
            <a:endParaRPr b="0" cap="none" sz="2200" i="0" strike="noStrike" u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ensures the deck represents a real Blackjack structure.</a:t>
            </a:r>
          </a:p>
        </p:txBody>
      </p:sp>
      <p:pic>
        <p:nvPicPr>
          <p:cNvPr id="2097154" name="Google Shape;72;p2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2623487" y="3492650"/>
            <a:ext cx="3897025" cy="299537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nvGrpSpPr>
        <p:cNvPr id="32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Google Shape;77;p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6" name="Google Shape;78;p3"/>
          <p:cNvSpPr txBox="1"/>
          <p:nvPr/>
        </p:nvSpPr>
        <p:spPr>
          <a:xfrm>
            <a:off x="914400" y="640080"/>
            <a:ext cx="7315200" cy="62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3600" i="0" lang="en-US" strike="noStrike" u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3. Shuffle Logic</a:t>
            </a:r>
          </a:p>
        </p:txBody>
      </p:sp>
      <p:sp>
        <p:nvSpPr>
          <p:cNvPr id="1048597" name="Google Shape;79;p3"/>
          <p:cNvSpPr txBox="1"/>
          <p:nvPr/>
        </p:nvSpPr>
        <p:spPr>
          <a:xfrm>
            <a:off x="914400" y="1645920"/>
            <a:ext cx="73152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shuffleDeck() randomizes card order.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Uses Fisher–Yates shuffle algorithm.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Random swapping ensures fairness.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cap="none" sz="2200" i="0" strike="noStrike" u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round begins with a freshly shuffled deck.</a:t>
            </a:r>
          </a:p>
        </p:txBody>
      </p:sp>
      <p:pic>
        <p:nvPicPr>
          <p:cNvPr id="2097155" name="Google Shape;80;p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1038225" y="3843563"/>
            <a:ext cx="7067550" cy="244792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nvGrpSpPr>
        <p:cNvPr id="35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85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1" name="Google Shape;86;p4"/>
          <p:cNvSpPr txBox="1"/>
          <p:nvPr/>
        </p:nvSpPr>
        <p:spPr>
          <a:xfrm>
            <a:off x="914400" y="640080"/>
            <a:ext cx="7315200" cy="9144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3600" i="0" lang="en-US" strike="noStrike" u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4. Score Calculation &amp; Hand Display</a:t>
            </a:r>
          </a:p>
        </p:txBody>
      </p:sp>
      <p:sp>
        <p:nvSpPr>
          <p:cNvPr id="1048602" name="Google Shape;87;p4"/>
          <p:cNvSpPr txBox="1"/>
          <p:nvPr/>
        </p:nvSpPr>
        <p:spPr>
          <a:xfrm>
            <a:off x="914400" y="1645920"/>
            <a:ext cx="73152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calculateScore() adds total card values.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Adjusts Ace from 11 to 1 if total exceeds 21.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Prevents unnecessary busts.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printHand() displays cards clearly.</a:t>
            </a:r>
            <a:endParaRPr b="0" cap="none" sz="2200" i="0" strike="noStrike" u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Implements real Blackjack scoring rules.</a:t>
            </a:r>
          </a:p>
        </p:txBody>
      </p:sp>
      <p:pic>
        <p:nvPicPr>
          <p:cNvPr id="2097156" name="Google Shape;88;p4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914400" y="3556674"/>
            <a:ext cx="3943025" cy="2999877"/>
          </a:xfrm>
          <a:prstGeom prst="rect"/>
          <a:noFill/>
          <a:ln>
            <a:noFill/>
          </a:ln>
        </p:spPr>
      </p:pic>
      <p:pic>
        <p:nvPicPr>
          <p:cNvPr id="2097157" name="Google Shape;89;p4"/>
          <p:cNvPicPr preferRelativeResize="0">
            <a:picLocks/>
          </p:cNvPicPr>
          <p:nvPr/>
        </p:nvPicPr>
        <p:blipFill>
          <a:blip xmlns:r="http://schemas.openxmlformats.org/officeDocument/2006/relationships" r:embed="rId2">
            <a:alphaModFix/>
          </a:blip>
          <a:stretch>
            <a:fillRect/>
          </a:stretch>
        </p:blipFill>
        <p:spPr>
          <a:xfrm>
            <a:off x="4106775" y="4967371"/>
            <a:ext cx="4175701" cy="158917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nvGrpSpPr>
        <p:cNvPr id="38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Google Shape;94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6" name="Google Shape;95;p5"/>
          <p:cNvSpPr txBox="1"/>
          <p:nvPr/>
        </p:nvSpPr>
        <p:spPr>
          <a:xfrm>
            <a:off x="914400" y="640080"/>
            <a:ext cx="7315200" cy="9144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3600" i="0" lang="en-US" strike="noStrike" u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5. Player Turn Logic</a:t>
            </a:r>
          </a:p>
        </p:txBody>
      </p:sp>
      <p:sp>
        <p:nvSpPr>
          <p:cNvPr id="1048607" name="Google Shape;96;p5"/>
          <p:cNvSpPr txBox="1"/>
          <p:nvPr/>
        </p:nvSpPr>
        <p:spPr>
          <a:xfrm>
            <a:off x="914400" y="1645920"/>
            <a:ext cx="73152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Player receives two initial cards.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Options: Hit (take card) or Stand (end turn).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Loop continues until player stands or busts.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If score &gt; 21 → bet is deducted.</a:t>
            </a:r>
            <a:endParaRPr b="0" cap="none" sz="2200" i="0" strike="noStrike" u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Handles user interaction and decision-making.</a:t>
            </a:r>
          </a:p>
        </p:txBody>
      </p:sp>
      <p:pic>
        <p:nvPicPr>
          <p:cNvPr id="2097158" name="Google Shape;97;p5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914408" y="3429000"/>
            <a:ext cx="3154125" cy="3191051"/>
          </a:xfrm>
          <a:prstGeom prst="rect"/>
          <a:noFill/>
          <a:ln>
            <a:noFill/>
          </a:ln>
        </p:spPr>
      </p:pic>
      <p:pic>
        <p:nvPicPr>
          <p:cNvPr id="2097159" name="Google Shape;98;p5"/>
          <p:cNvPicPr preferRelativeResize="0">
            <a:picLocks/>
          </p:cNvPicPr>
          <p:nvPr/>
        </p:nvPicPr>
        <p:blipFill>
          <a:blip xmlns:r="http://schemas.openxmlformats.org/officeDocument/2006/relationships" r:embed="rId2">
            <a:alphaModFix/>
          </a:blip>
          <a:stretch>
            <a:fillRect/>
          </a:stretch>
        </p:blipFill>
        <p:spPr>
          <a:xfrm>
            <a:off x="4068525" y="3429000"/>
            <a:ext cx="4291216" cy="3191050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nvGrpSpPr>
        <p:cNvPr id="4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10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1" name="Google Shape;104;p6"/>
          <p:cNvSpPr txBox="1"/>
          <p:nvPr/>
        </p:nvSpPr>
        <p:spPr>
          <a:xfrm>
            <a:off x="914400" y="640080"/>
            <a:ext cx="7315200" cy="9144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3600" i="0" lang="en-US" strike="noStrike" u="non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6. Dealer Logic &amp; Betting System</a:t>
            </a:r>
          </a:p>
        </p:txBody>
      </p:sp>
      <p:sp>
        <p:nvSpPr>
          <p:cNvPr id="1048612" name="Google Shape;105;p6"/>
          <p:cNvSpPr txBox="1"/>
          <p:nvPr/>
        </p:nvSpPr>
        <p:spPr>
          <a:xfrm>
            <a:off x="914400" y="1250070"/>
            <a:ext cx="73152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Dealer draws cards until score ≥ 17.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Scores are compared to determine winner.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Player starts with 1000 money units.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Win → money increases, Lose → money decreases.</a:t>
            </a: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Game continues until money is 0 or player exits.</a:t>
            </a:r>
            <a:endParaRPr b="0" cap="none" sz="2200" i="0" strike="noStrike" u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2200" i="0" lang="en-US" strike="noStrike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Demonstrates structured programming and full game flow.</a:t>
            </a:r>
          </a:p>
        </p:txBody>
      </p:sp>
      <p:pic>
        <p:nvPicPr>
          <p:cNvPr id="2097160" name="Google Shape;106;p6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914400" y="3429000"/>
            <a:ext cx="3657600" cy="3342626"/>
          </a:xfrm>
          <a:prstGeom prst="rect"/>
          <a:noFill/>
          <a:ln>
            <a:noFill/>
          </a:ln>
        </p:spPr>
      </p:pic>
      <p:pic>
        <p:nvPicPr>
          <p:cNvPr id="2097161" name="Google Shape;107;p6"/>
          <p:cNvPicPr preferRelativeResize="0">
            <a:picLocks/>
          </p:cNvPicPr>
          <p:nvPr/>
        </p:nvPicPr>
        <p:blipFill>
          <a:blip xmlns:r="http://schemas.openxmlformats.org/officeDocument/2006/relationships" r:embed="rId2">
            <a:alphaModFix/>
          </a:blip>
          <a:stretch>
            <a:fillRect/>
          </a:stretch>
        </p:blipFill>
        <p:spPr>
          <a:xfrm>
            <a:off x="4248175" y="4498825"/>
            <a:ext cx="3981424" cy="2272800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nvGrpSpPr>
        <p:cNvPr id="44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112;g3cb96b91da0_0_63"/>
          <p:cNvSpPr txBox="1"/>
          <p:nvPr>
            <p:ph type="title"/>
          </p:nvPr>
        </p:nvSpPr>
        <p:spPr>
          <a:xfrm>
            <a:off x="623400" y="155642"/>
            <a:ext cx="8520600" cy="7635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sz="3900" lang="en-US">
                <a:latin typeface="Georgia"/>
                <a:ea typeface="Georgia"/>
                <a:cs typeface="Georgia"/>
                <a:sym typeface="Georgia"/>
              </a:rPr>
              <a:t>Example</a:t>
            </a:r>
            <a:endParaRPr sz="39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097162" name="Google Shape;113;g3cb96b91da0_0_63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685800" y="919154"/>
            <a:ext cx="7772400" cy="5019675"/>
          </a:xfrm>
          <a:prstGeom prst="rect"/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24108PCE2I</dc:creator>
  <dcterms:created xsi:type="dcterms:W3CDTF">2013-01-26T22:14:16Z</dcterms:created>
  <dcterms:modified xsi:type="dcterms:W3CDTF">2026-04-22T09:23:15Z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d3f25173cc7a4390b5623b055d6680ee</vt:lpwstr>
  </property>
</Properties>
</file>